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4C7"/>
                </a:solidFill>
                <a:latin typeface="Calibri"/>
              </a:rPr>
              <a:t>ENGINEERING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Account Health &amp; Growth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1F5F9"/>
                </a:solidFill>
                <a:latin typeface="Calibri"/>
              </a:rPr>
              <a:t>Architecture, Feature Walkthrough &amp; Implementation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React + TypeScript + Vite  |  FastAPI + Python  |  Akamai NetStorage, Google Sheets, CrUX, Grover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Product overview &amp; who this dashboard serves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Tech stack, repository layout &amp; architecture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Frontend walkthrough: Summary page, Account Detail page, and the "Matrix family"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Real-time background jobs (SSE) — how long-running scans stream progress to the UI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Deep dive: the new Archive(s) picker &amp; NetStorage snapshot browsing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NetStorage data flow — CP codes, LIVE vs archive paths, credentials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Other integrations: Google Sheets/Docs, Akamai identity/AppSec, CrUX/PSI, Grover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Environment configuration, Docker deployment &amp; CI/CD status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Hands-on: how to add a brand-new Matrix feature</a:t>
            </a:r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What Is Account Health?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Internal stakeholder dashboard summarizing account health across Akamai-managed web properties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Started as a 2-page app (Summary + Account Detail) and grew into a full "health diagnosis" suite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Answers questions like: Is this account's traffic healthy? Are hostnames covered by security configs? How are Core Web Vitals trending? Which properties have risky feature configs?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</a:rPr>
              <a:t>•  Summary Page — KPI strip, account list with renewal-risk/expansion signals, risk/opportunity panels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</a:rPr>
              <a:t>•  Account Detail Page — hero metrics, highlights, recommended actions, and a "tool box" of health widgets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</a:rPr>
              <a:t>•  Matrix pages — deep, filterable tables + summaries + scorecards per technical dimension (features, hostnames, traffic, performance, security)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Audience: internal account teams / stakeholders, not end customers — no auth layer, deployed behind internal network access</a:t>
            </a:r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Technology Stack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398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/>
                <a:gridCol w="3657599"/>
                <a:gridCol w="5715000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React 19 + TypeScript + 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SPA, client-side routing via react-router-dom v7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Styling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Tailwind CSS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Utility classes; brand palette = slate + sky/emerald/rose/amber accents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Frontend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React Context + component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No Redux — ArchiveContext for global archive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FastAPI (Python 3.12)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Single backend/main.py app; all routes under /api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Background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In-process thread pool + 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job_manager.py — no external queue/broker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Data sources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NetStorage, Google Sheets/Docs, Akamai APIs, CrUX/PSI, Grover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Multiple integration seams, see later slides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Packaging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Docker (multi-stage)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Node build stage → Python runtime stage, single container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Dev tooling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ESLint + typescript-eslint, tsc -b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npm run lint / npm run build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High-Level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3774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Browser
React SPA (Vite build)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3240" y="1874519"/>
            <a:ext cx="50292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03320" y="1600200"/>
            <a:ext cx="2651760" cy="91440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FastAPI Backend
/api/* routes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492240" y="1874519"/>
            <a:ext cx="50292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822960"/>
            <a:ext cx="44805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Akamai NetStorage — CSV/JSON reports (LIVE + archive snapshots)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463040"/>
            <a:ext cx="44805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Google Sheets/Docs — legacy mock-replacement data seam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103120"/>
            <a:ext cx="44805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Akamai Identity + AppSec APIs — hostname coverage (EdgeGrid auth)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743200"/>
            <a:ext cx="44805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Google CrUX + PageSpeed Insights — Core Web Vitals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383280"/>
            <a:ext cx="4480560" cy="5486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Grover Security Trends API — WAF/security time series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40"/>
            <a:ext cx="2377440" cy="91440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In-memory Job Manager
(threads + SSE queues)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737360" y="2651760"/>
            <a:ext cx="36576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03320" y="3063240"/>
            <a:ext cx="2651760" cy="91440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Static SPA hosting
(FastAPI serves dist/)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892040" y="2651760"/>
            <a:ext cx="36576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Single Docker image: Node build stage compiles the React app into /dist; Python runtime stage serves the API and the compiled SPA together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Frontend talks only to the FastAPI backend — no direct browser calls to NetStorage/Akamai/Grover (keeps API keys &amp; NS credentials server-side)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Long-running scans (Matrix jobs, security charts) run in background threads and stream progress back over Server-Sent Events (SSE)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Data-source resolution follows a fallback chain per page: NetStorage (preferred) → Google Sheets → bundled mock data</a:t>
            </a:r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CODEBASE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Repository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49240" cy="50749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84C7"/>
                </a:solidFill>
                <a:latin typeface="Calibri"/>
              </a:rPr>
              <a:t>Frontend — src/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892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pages/ — one file per route (20 pages)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components/ — DashboardLayout, tables, charts, dropdowns, tone.ts (status color mapping)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context/ArchiveContext.tsx — global archive/NS-context state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services/ — one *Jobs.ts client per Matrix feature + netstorageData.ts, googleData.ts, sseJobClient.ts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data/mockData.ts — bundled fallback dataset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types/dashboard.ts — shared TS interfaces for all API payloads</a:t>
            </a:r>
            <a: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49240" cy="50749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Calibri"/>
              </a:rPr>
              <a:t>Backend — backend/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892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main.py — FastAPI app: every route, CORS, static SPA hosting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data_service.py (~2500 lines) — all data-fetching/business logic: NetStorage, Google, Akamai, CrUX, Grover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job_manager.py — Job class + JobManager (thread + SSE pub/sub)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mock_data.py — fallback dataset for backend endpoints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account_id_map.json — accountKey → Akamai accountId / csvAccountDir mapping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authHeadersNS.py / cruxVis.py — standalone NetStorage &amp; CrUX prototyping scripts (not imported by the app)</a:t>
            </a:r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Client-Side Routing Map (App.tsx)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39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4868"/>
                <a:gridCol w="2367775"/>
                <a:gridCol w="5008756"/>
              </a:tblGrid>
              <a:tr h="461356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Route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Page Component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SummaryPage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KPI strip, account list, risk/opportunity panels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/account/:accountId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AccountDetailPage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Hero metrics, highlights, actions, pillars, tool box links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/account/:id/featureMatrix(/summary|/scoreCard)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FeatureMatrix*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Property × feature enablement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/account/:id/hostmatrix/cname(/summary)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HostMatrixCname* (2)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Hostname → CNAME coverage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/account/:id/trafficMatrix(/summary|/scoreCard)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TrafficMatrix*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Edge vs origin hits per hostname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/account/:id/perfMatrixTopN(/summary|/scoreCard)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PerfMatrixTopN* (3)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Core Web Vitals for top-10 hostnames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/account/:id/secHostCoverageMatrix(/summary|/scoreCard)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SecHostCoverageMatrix* 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WAF/security-config host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/account/:id/wsaAlertMatrix(/summary|/scoreCard)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WsaAlertMatrix* (3)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WSA alert config × feature matrix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/account/:id/securityFeatureCharts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SecurityFeatureChartsPage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Grover security trend line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Navigate → /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Fallback redirect for unknown paths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FRONTEND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Shared UI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DashboardLayout — wraps every page: gradient header, back-to-dashboard link, the global Archive(s) picker, page title + optional account-owner chip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tone.ts — centralizes status→color mapping (healthy / watch / risk / neutral) reused by MetricTiles, AccountsTable, highlights &amp; actions lists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MetricTiles — reusable KPI tile grid (used on both Summary and Account Detail pages)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HealthWidgetLink — the animated "tool box" cards on Account Detail linking into each Matrix feature (SVG micro-animations per feature category)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AccountSearchDropdown / ArchiveSearchDropdown — same searchable-combobox UX pattern reused for two different pickers (pick an account vs. pick an archive snapshot)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Every Matrix table page shares one layout: Scan Progress panel (status + progress bar + streaming log) → download-CSV link → filterable data table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Column-filter dropdowns, multi-select property/hostname filters, and deep-link pre-selection (via the URL's last path segment) are consistent across all six Matrix families</a:t>
            </a:r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PAGE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Summary Page ("/")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Entry point for stakeholders — answers "how are all my accounts doing at a glance?"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Loads data via fetchNsSummaryDashboardData(archive) → NetStorage all_accounts_summary.json (LIVE or a selected archive snapshot)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Falls back to fetchSummaryDashboardData() (Google Sheets) if NetStorage is unavailable, then shows a "Data source" banner explaining which path served the page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MetricTiles — top-line KPI strip (e.g. total accounts, at-risk count, growth ops)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AccountsTable — sortable/status-badged list of every account, links into Account Detail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PanelColumns — risk/opportunity summary panels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AccountSearchDropdown — type-ahead search over the live account_mapping.json to jump straight to an account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Archive(s) picker (in DashboardLayout) controls which NetStorage snapshot (LIVE or archive/&lt;date&gt;) this page — and every page reachable from it — reads from</a:t>
            </a:r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PAGE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Account Detail Page ("/account/:accountId")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Deep dive for a single account: hero metrics, health highlights, recommended actions, and 5 operational "pillars"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Data source: fetchNsAccountDashboardData(accountId, archive) → NetStorage account_&lt;csvAccountDir&gt;_summary.json, same NetStorage-first/Google-fallback pattern as the Summary page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Hostname coverage widget: live call to fetchAccountHostnameCoverage — hits the real Akamai AppSec API (not NetStorage) via EdgeGrid auth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"Health Diagnosis &amp; Surgical Tool Box" section: HealthWidgetLink cards grouped by theme (Hostname/CNAME pulse, Feature heartbeat, Traffic DNA scan, Performance stethoscope, Security pulse, WSA alert scan) linking into the six Matrix feature families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Archive selection made on the Summary page (or anywhere) is preserved automatically when navigating here — no manual re-entry of the archive value</a:t>
            </a:r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DESIGN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The "Matrix Family" — One Pattern, Six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Every technical dimension (features, hostnames, traffic, performance, security host coverage, WSA alerts) ships as the SAME 3-page shape:</a:t>
            </a:r>
            <a: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291840" cy="100584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1) Table Page
Full filterable row-level data + CSV download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60520" y="3246120"/>
            <a:ext cx="54864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46320" y="2926080"/>
            <a:ext cx="3291840" cy="10058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2) Summary Page
Aggregated totals + breakdown pie/line charts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75320" y="3246120"/>
            <a:ext cx="54864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2926080"/>
            <a:ext cx="2468880" cy="10058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3) ScoreCard Page
Per-entity grouped JSON view + raw JSON toggle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334155"/>
                </a:solidFill>
              </a:rPr>
              <a:t>▸ All three pages for a feature share one background job pipeline (CSV → parse → transform), started once and re-used via cross-links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334155"/>
                </a:solidFill>
              </a:rPr>
              <a:t>▸ All three read the SAME data mode (csv_data_remote — always NetStorage) and the SAME inherited Context (NS base path)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334155"/>
                </a:solidFill>
              </a:rPr>
              <a:t>▸ Consistency payoff: once you understand ONE Matrix family (e.g. Feature Matrix), you understand all six — the only thing that changes is the CSV schema and the domain-specific columns</a:t>
            </a:r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FEATURE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The Six Matrix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4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3600450"/>
                <a:gridCol w="5200650"/>
              </a:tblGrid>
              <a:tr h="724988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 CSV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Answers…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Feature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config-audit.csv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Which Akamai properties have which features enabled?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Hostname CNAME Matrix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config-summary.csv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Are hostnames CNAME'd correctly to Akamai edge?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Traffic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traffic-report-hits-by-hostname.csv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Edge vs. origin hit distribution per hostname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Perf Matrix (Top 10)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traffic-report-hits-by-hostname.csv + live CrUX/PSI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Core Web Vitals for the busiest hostnames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Sec Host Coverage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hostname-coverage-*.csv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Are hostnames covered by a WAF/security config?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49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WSA Alert Matrix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wsa-alert-*.csv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Which configs have which WSA alert features enabled?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Feature Matrix — Implementation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Backend: get_account_feature_matrix() downloads config-audit.csv from NetStorage, parses rows into property × feature columns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Frontend: runFeatureMatrixJob() streams progress via SSE while the CSV downloads/parses server-side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Multi-select property filter + per-column value filters (checkbox dropdown) combine client-side over the already-fetched rows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Deep-link support: /featureMatrix/:propIdOrFeature pre-selects a property OR pre-filters a feature column to "Enabled" — used by HealthWidgetLink and cross-links from other pages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Summary variant aggregates Enabled/Disabled totals + per-column breakdowns for a pie chart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ScoreCard variant regroups by feature name → property count, with an expandable raw-JSON view for power users/debugging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"Download CSV" link re-downloads the exact same file NetStorage served (no caching — always fresh)</a:t>
            </a:r>
            <a: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Performance Matrix (Top 10) — CrUX + PageSpeed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Cost-control design: live CrUX/PSI lookups are expensive, so this feature only tests the top 10 hostnames by 7-day edge hits (from the Traffic Matrix CSV) instead of every hostname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get_hostname_core_web_vitals(): tries Chrome UX Report (CrUX) records:queryRecord first (real user field data)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On CrUX 404 (insufficient real-user traffic) → falls back to PageSpeed Insights runPagespeed (synthetic Lighthouse lab run, mobile strategy)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Metrics: LCP, INP, CLS — each classified good / needs-improvement / poor against Google's published thresholds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Gotcha we hit in production: CrUX returns LCP/INP percentiles as numbers but CLS as a numeric STRING — _coerce_metric_value() safely float()-casts every metric instead of assuming type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Hostnames are fetched concurrently via a ThreadPoolExecutor (default 5 workers) with live progress logged per hostname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History endpoint (queryHistoryRecord) is fetched best-effort for the trend line chart; failures there don't fail the whole request</a:t>
            </a:r>
            <a: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Security Feature Charts — Grover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The only page NOT following the Matrix 3-page pattern — a single interactive chart page instead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User picks a start/end date range + account name, then triggers a background job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Backend calls Grover's security-trends API (api.grover.akamai.com) with an X-API-Key header (X_API_KEY env var)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extract_security_trend_series() normalizes whatever shape the API returns (bare list, or wrapped in data/results/records/trends/series) into per-dimension time series, auto-detecting the date field from a candidate-key list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Same defensive numeric coercion pattern as CrUX: metric values may arrive as numeric strings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Frontend renders each numeric dimension as a toggle-able line on SecurityTrendLineChart; unrecognized shapes still show the raw JSON so nothing is silently lost</a:t>
            </a:r>
            <a: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REAL-TIME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Background Jobs &amp; Server-Sent Events (SSE)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377440" cy="82296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1. POST .../jobs
Create + start job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1783080"/>
            <a:ext cx="45720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1880" y="1554480"/>
            <a:ext cx="2468880" cy="82296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 job_manager
runs target() on a
daemon thread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72200" y="1783080"/>
            <a:ext cx="45720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554480"/>
            <a:ext cx="2468880" cy="82296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3. Job.log()/complete()
push to subscriber
queues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35040" y="2468880"/>
            <a:ext cx="36576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80" y="2926080"/>
            <a:ext cx="3840480" cy="82296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4. GET .../jobs/{id}/events
text/event-stream (SSE)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83280" y="3108960"/>
            <a:ext cx="36576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926080"/>
            <a:ext cx="2651760" cy="82296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5. runJobWithRetry()
parses SSE, updates
React state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Job (job_manager.py): tracks status (running/completed/failed), percent, message history, and a list of subscriber Queues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Every .log() call appends to history AND pushes to any live subscribers — new SSE connections get instant replay of everything so far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Client-side runJobWithRetry() (sseJobClient.ts) is the single retry engine used by ALL six Matrix families: auto-retries the whole start+stream sequence on 404/connection failure with exponential backoff (capped at 15s)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Why 404 matters: jobs live in memory only — a backend restart mid-scan loses in-flight jobs, so the client transparently restarts the job rather than getting stuck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Every Matrix feature also exposes a synchronous, non-SSE JSON variant of summary/scoreCard endpoints for simple direct consumption</a:t>
            </a:r>
            <a: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284C7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Spotlight Feature: Archive(s) &amp; NS Context Picker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A new global, persisted control for browsing historical NetStorage snapshots across every page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NEW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Archive(s) Picker — What It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Problem it replaced: every page had a free-text "Archive(s):" box, plus every Matrix page had ITS OWN separately-typed "Context (NS base path):" box — easy to get out of sync, and the value never carried over between pages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New behavior: one searchable dropdown/combobox in the header (DashboardLayout), fed by the REAL list of archive folders in NetStorage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Selecting an archive is now a single global action that persists across the entire app — Summary, Account Detail, and all 18 Matrix/Summary/ScoreCard pages automatically inherit it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Default value is LIVE (staticSiteContent) until the user explicitly picks a snapshot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"Context (NS base path):" on every Matrix page is now READ-ONLY — it always mirrors the global Archive(s) selection; users only ever change it in one place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CSV/JSON fetch logic itself was intentionally left untouched — this feature only changes WHERE the context value comes from, not how it's used to fetch data</a:t>
            </a:r>
            <a: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NEW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Archive(s) Picker —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743200" cy="91440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GET /api/dashboard/ns/archives
(backend, cached 60s)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29000" y="1828800"/>
            <a:ext cx="45720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0" y="1554480"/>
            <a:ext cx="2834640" cy="91440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ArchiveContext
(React context, app-wide)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95160" y="1828800"/>
            <a:ext cx="457200" cy="36576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1554480"/>
            <a:ext cx="3291840" cy="91440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ArchiveSearchDropdown
in DashboardLayout header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828800" y="2514600"/>
            <a:ext cx="36576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2743200" cy="91440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localStorage +
current route's ?archive=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052560" y="2514600"/>
            <a:ext cx="36576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3017520"/>
            <a:ext cx="3291840" cy="91440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Every page: useArchive()
→ contextPath (read-only display)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ArchiveProvider wraps &lt;Routes&gt; (inside BrowserRouter) → survives client-side navigation without re-fetching or resetting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State also mirrors to localStorage (survives full page reloads, e.g. the account-search full-navigation flow) and to the current route's ?archive= query param (shareable URLs)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Every Matrix/Summary/ScoreCard page just calls useArchive() and reads contextPath instead of maintaining its own local state — 17 pages refactored to this one pattern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34155"/>
                </a:solidFill>
              </a:rPr>
              <a:t>▸ Backend: list_ns_archive_folders() lists CPCODE/archive via the NetStorage "dir" action, returns ["archive/20260901", ...] newest-first</a:t>
            </a:r>
            <a: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NEW FEATURE — LESSON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Production Bug: NetStorage "Implicit Directories"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Symptom: GET /api/dashboard/ns/archives returned an empty list with "NetStorage stat failed for '/CPCODE/archive': status=404, reason='Not Found'" — even though archive/20260810, /20260819, /20260901 clearly existed and were being used successfully for CSV/JSON fetches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Root cause: NetStorage's stat action only returns information about the exact object requested. Directories like /CPCODE/archive are "implicit" — they have no real directory-marker object, they're inferred purely from the paths of files underneath them — so stat() 404s on them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The dir (or list) action, by contrast, lists a path's children by prefix and works fine on implicit directories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Fix: switched netstorage.stat(remote_dir) → netstorage.dir(remote_dir) in list_ns_archive_folders()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Verified live against the real NetStorage account: confirmed real layout is /CPCODE/archive/&lt;YYYYMMDD&gt;/... alongside /CPCODE/staticSiteContent/... (LIVE) and /CPCODE/demo/...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Takeaway for the team: when scripting against NetStorage, use dir/list to enumerate a folder's contents — reserve stat for confirming a single known object exists</a:t>
            </a:r>
            <a: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284C7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NetStorage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How every report CSV/JSON actually gets from Akamai storage to the browser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NETSTORAGE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The Path Model: CP Code + Base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Every NetStorage object lives at /{NS_CP_CODE}/{base_path}/{relative_path}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NS_CP_CODE — the Akamai NetStorage CP code (account-specific numeric ID), e.g. 2052217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base_path — normally NS_BASE_PATH env var ("staticSiteContent" = the LIVE folder); can be OVERRIDDEN per-request by a "context" query param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Real top-level layout for this account (confirmed live): staticSiteContent/ (LIVE), archive/ (dated snapshots), demo/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context="archive/20260901" → base_path becomes "archive/20260901" for that one request only — nothing else in the app changes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context=None/empty ("" ) → falls back to NS_BASE_PATH (LIVE) — this is the default on every page until a user picks an archive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This single override mechanism is what powers BOTH the old free-text box AND the new Archive(s) dropdown — the UI changed, the underlying fetch contract did not</a:t>
            </a:r>
            <a: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NETSTORAGE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CSV/JSON Fetch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download_csv_from_netstorage(remote_path, local_path) — the one low-level function every fetch goes through: builds an akamai.netstorage.Netstorage client from env creds, calls .download(), verifies the file actually landed on disk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Rich diagnostics on failure: captures status code, reason, response headers/body snippet, and adds a hint for common codes (404 → wrong path/CP code, 403 → bad credentials/ACL)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resolve_report_csv_path() — per-account CSV reports (config-audit.csv, traffic CSVs, etc.), keyed by csvAccountDir from account_id_map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download_ns_json() — JSON snapshots (all_accounts_summary.json, account_&lt;dir&gt;_summary.json, account_mapping.json)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Design decision: NO local caching for report downloads — every request re-downloads fresh from NetStorage, so the dashboard never shows stale data (account-mapping and archive-list ARE cached briefly: 30s / 60s TTL, since they change rarely)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Every one of the 6 Matrix families' job functions calls resolve_report_csv_path() with its own relative CSV path constant</a:t>
            </a:r>
            <a: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NETSTORAGE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SDK Actions &amp; Required Credentials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4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392"/>
                <a:gridCol w="5376672"/>
                <a:gridCol w="2688336"/>
              </a:tblGrid>
              <a:tr h="84582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NS SDK 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Use in this app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Works on implicit dirs?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download(remote, 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Every CSV/JSON fetch (download_csv_from_netstorage)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dir(path)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list_ns_archive_folders() — list archive/&lt;date&gt; folders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list(path)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Not currently used (recursive listing) — available if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stat(path)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Not used for directory listing (see incident, prior slide)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❌ No — 404s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upload / mkdir /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Not used by this app (read-only integration)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NETSTORAGE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Required Environment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NS_HOSTNAME — NetStorage upload domain (e.g. mysitelab-nsu.akamaihd.net)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NS_KEYNAME / NS_KEY — NetStorage API key credentials (HMAC-signed requests, never sent to the browser)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NS_CP_CODE — the CP code that scopes every remote path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NS_BASE_PATH — the LIVE base path segment (staticSiteContent)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All read via get_ns_config() — a single function, so there's one place to see every NetStorage-related setting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Set only in .env.server (backend, server-side) — never in the frontend's .env, and never committed to git</a:t>
            </a:r>
            <a: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RESILIENCE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Data-Source Fallback 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Summary &amp; Account Detail pages: NetStorage (preferred, live/archive) → Google Sheets (fetchSummaryDashboardData / fetchAccountDashboardData) → bundled mock data, with a visible "Data source" banner explaining which path served the page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Account mapping (load_account_id_map): NetStorage account_mapping.json → local backend/account_id_map.json fallback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Perf Matrix: CrUX field data → PageSpeed Insights synthetic lab fallback on 404 (per-hostname, not page-level)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Every NetStorage call wraps failures into a structured {source, data, error} response so the frontend can render a clear message instead of a blank page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This layered design means the demo/dev experience (no NetStorage creds) still works end-to-end against mock data — useful for onboarding new engineers before they get production credentials</a:t>
            </a:r>
            <a: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OTHER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Google Sheets/Docs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4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392"/>
                <a:gridCol w="5376672"/>
                <a:gridCol w="2688336"/>
              </a:tblGrid>
              <a:tr h="84582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Sheet Tab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Columns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Feeds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SummaryMetrics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id,title,value,subtitle,tone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Summary KPI 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Accounts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accountId,name,healthScore,healthTone,renewalRisk,...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Summary accounts 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SummaryPanels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panelId,panelTitle,itemId,label,value,tone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Summary risk/opportunity panels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AccountDetails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accountId,name,owner,quarter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Account Detail header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AccountHeroMetrics / Highlights / Actions / Pillars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see README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Account Detail sections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OTHER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Google Sheets/Docs —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Backend integration: backend/data_service.py using a Google service-account credential (GOOGLE_SERVICE_ACCOUNT_EMAIL / GOOGLE_PRIVATE_KEY / GOOGLE_SHEETS_SPREADSHEET_ID)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Browser-side alternative also exists (src/services/googleData.ts + VITE_GOOGLE_API_KEY) — NOT recommended for internal secrets, kept mainly for quick local prototyping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docId column (optional): when present, the linked Google Doc's text OVERRIDES the sheet cell value — lets non-engineers edit longer narrative text without touching the sheet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tone values are constrained to healthy / watch / risk / neutral and drive every colored badge in the UI via tone.ts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This was the ORIGINAL data source before NetStorage was added — now serves purely as the fallback layer</a:t>
            </a:r>
            <a: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OTHER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Akamai Hostname Coverage (Live API, not NetStorage)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The ONE feature in the app that calls live Akamai management APIs directly, using EdgeGrid authentication (~/.edgerc)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create_akamai_session(): builds a requests.Session with EdgeGridAuth.from_edgerc(), scoped to EDGE_RC_SECTION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Step 1 — Identity API: GET identity-management/v3/api-clients/self/account-switch-keys?search={accountId} resolves an accountSwitchKey for the target account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resolve_account_switch_key(): handles 0/1/many matches, disambiguating on exact accountName match when needed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Step 2 — AppSec API: GET appsec/v1/hostname-coverage (with accountSwitchKey applied to every subsequent request) returns covered/not_covered/unknown per hostname, plus security config + policy names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Both calls are rate-limited (100 calls/60s) via the ratelimit package's @sleep_and_retry/@limits decorators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Powers the Covered/Not Covered/Unknown counters on the Account Detail page's tool box header</a:t>
            </a:r>
            <a:r>
              <a:t/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Environment Variables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398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8230"/>
                <a:gridCol w="1723292"/>
                <a:gridCol w="5169876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VITE_APP_BASE_PATH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.env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Frontend route prefix for cloud hosting (e.g. /account-health/)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VITE_DASHBOARD_DATA_MODE / VITE_API_BASE_URL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.env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backend vs google mode; API base URL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APP_BASE_PATH / FRONTEND_ORIGIN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.env.server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Backend route prefix + CORS allow-origin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NS_HOSTNAME / NS_KEYNAME / NS_KEY / NS_CP_CODE / NS_BASE_PATH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.env.server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NetStorage credentials + LIVE base path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GOOGLE_SHEETS_SPREADSHEET_ID / GOOGLE_SERVICE_ACCOUNT_EMAIL / GOOGLE_PRIVATE_KEY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.env.server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Google Sheets/Docs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CRUX_API_KEY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.env.server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Chrome UX Report + PageSpeed Insights (perf matrix)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X_API_KEY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.env.server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Grover security-trends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EDGE_RC_SECTION / EDGE_RC_PATH / AKAMAI_ACCOUNT_MAP_PATH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.env.server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Akamai EdgeGrid auth for hostname coverage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BACKEND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API Design Conventions (main.py)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One FastAPI app, one router file (main.py) — all business logic lives in data_service.py, main.py just wires HTTP → functions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APP_BASE_PATH env var is normalized once (normalize_base_path) and prefixed onto every route via API_PREFIX — supports both root-hosted ("/") and prefixed cloud hosting ("/account-health") from the same code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CORS restricted to a single FRONTEND_ORIGIN (default http://localhost:5173) — not a wildcard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Per-Matrix-feature endpoint quartet: POST .../jobs (start, SSE-driven) · GET .../jobs/{id}/events (SSE stream) · GET .../summary or /scoreCard (synchronous JSON, no job) · GET .../download (raw CSV as file attachment)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context query param (archive override) and data query param (data source mode, currently always csv_data_remote) are consistent across every Matrix endpoint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Static SPA hosting: FastAPI mounts dist/assets and serves index.html for any unmatched path under APP_BASE_PATH — one container serves both the API and the built React app</a:t>
            </a:r>
            <a:r>
              <a:t/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DEVELOPER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Local Development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39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9876"/>
                <a:gridCol w="6031523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npm install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Install frontend dependencies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npm run dev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Vite dev server only (frontend, hot reload)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npm run server:dev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FastAPI backend only, --reload, port 4000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npm run dev:full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Runs both concurrently (recommended for full-stack work)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python3 -m venv .venv &amp;&amp; .venv/bin/python -m pip install -r requirements.txt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One-time backend Python env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npm run build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tsc -b (type-check) then vite build → dist/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npm run lint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ESLint (typescript-eslint + react-hooks + react-refresh rules)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npm run preview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</a:rPr>
                        <a:t>Serve the production build locally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Docker: Multi-Stage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Stage 1 (node:22-alpine) — npm ci, then npm run build with a build-arg VITE_APP_BASE_PATH baked into the compiled JS (frontend env vars are compile-time, not runtime)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Stage 2 (python:3.12-slim) — pip install -r requirements.txt, copies backend/ source + the built dist/ from stage 1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Final image only contains: Python runtime + backend code + compiled static frontend — no Node/npm in the shipped image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Runtime configuration is 100% environment variables (APP_BASE_PATH, SERVER_DATA_MODE, NS_*, GOOGLE_*, CRUX_API_KEY, X_API_KEY) — no secrets baked into the image, so the same image can be promoted across environments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Container command: python -m uvicorn backend.main:app --host 0.0.0.0 --port ${PORT:-4000}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Typical run: docker run --rm -p 4000:4000 --env-file .env.server -e APP_BASE_PATH=/account-health account-health:latest</a:t>
            </a:r>
            <a:r>
              <a:t/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"/>
              </a:rPr>
              <a:t>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Current State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As of today, the repo has NO GitHub Actions workflows configured (.github/ only contains an editor copilot-instructions.md, no .github/workflows/*.yml)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Everything currently described as "the workflow" is a manual/local developer workflow: npm run build, docker build, then a manual docker run / deploy to the target platform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Recommended pipeline stages to add (suggested for discussion, not yet implemented):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</a:rPr>
              <a:t>•  Lint + type-check: npm run lint, tsc -b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</a:rPr>
              <a:t>•  Frontend build verification: npm run build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</a:rPr>
              <a:t>•  Backend smoke import / basic pytest (none exist yet — no automated backend tests today)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</a:rPr>
              <a:t>•  docker build (multi-stage) as a build-verification gate on PRs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</a:rPr>
              <a:t>•  Optional: push to a registry + deploy step for main-branch merges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Flagging this gap explicitly so new team members don't assume CI gates exist today — code review is currently the only gate</a:t>
            </a:r>
            <a:r>
              <a:t/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CROSS-CUTTING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Security &amp; Resilience Practices Used Throughout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Secrets only via environment variables, loaded with python-dotenv from .env.server — never hardcoded, never committed (.env.server.example / account_id_map.example.json are the checked-in templates)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NetStorage/Akamai/Grover credentials never reach the browser — every external call is proxied through the FastAPI backend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CORS locked to a single configured FRONTEND_ORIGIN, not a wildcard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Outbound API calls (Akamai identity/AppSec, CrUX, PageSpeed, Grover) are all rate-limited via @sleep_and_retry/@limits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Defensive numeric parsing everywhere third-party JSON is involved (CrUX CLS-as-string, Grover metrics-as-string) — never a bare cast, always try/except float()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Multi-layer fallback chains (NetStorage → Google → mock) mean a single integration outage degrades gracefully instead of breaking the page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SSE job client auto-recovers from backend restarts (404-triggered retry with backoff) instead of leaving the UI stuck</a:t>
            </a:r>
            <a:r>
              <a:t/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HANDS-ON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How to Add a New Matrix Feature (Recipe)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1. Backend (data_service.py): define RELATIVE_PATH constant for the new CSV, then 3 functions — get_account_&lt;x&gt;_matrix / _summary / _scorecard, each calling resolve_report_csv_path() + parsing rows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2. Backend (main.py): add the endpoint quartet — POST jobs, GET jobs/{id}/events, GET summary/scoreCard (sync JSON), GET download — for the table page AND the summary/scoreCard variants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3. Frontend (services/&lt;x&gt;Jobs.ts): mirror an existing Jobs.ts file — startJob/runJob (SSE) + fetch&lt;X&gt;Summary/ScoreCard (sync) + download URL helper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4. Frontend (types/dashboard.ts): add the result/row/progress-event interfaces for the new feature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5. Frontend (pages/): copy an existing 3-page family (Page/Summary/ScoreCard) as a template — swap the service import, result type, and domain-specific columns/filters; keep the shared useArchive()/DashboardLayout/Scan-Progress pattern intact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6. src/App.tsx: add the 3 new routes (table / summary / scoreCard)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7. AccountDetailPage.tsx: add a new HealthWidgetLink group (or extend an existing one) so users can discover the feature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334155"/>
                </a:solidFill>
              </a:rPr>
              <a:t>▸ Because every family follows the identical pattern, a new Matrix feature is mostly copy-adapt, not net-new architecture</a:t>
            </a:r>
            <a:r>
              <a:t/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Calibri"/>
              </a:rP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Key Files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201168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399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7407"/>
                <a:gridCol w="7323992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What lives here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backend/main.py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Every HTTP route; CORS; static SPA hosting; APP_BASE_PATH prefixing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backend/data_service.py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All business logic: NetStorage, Google, Akamai, CrUX/PSI, Grover, CSV parsing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backend/job_manager.py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Job/JobManager — background thread execution + SSE pub/sub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src/App.tsx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Client-side route table + ArchiveProvider mount 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src/context/ArchiveContext.tsx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Global archive/NS-context state (localStorage + URL sync)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src/components/DashboardLayout.tsx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Shared page chrome + the Archive(s) picker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src/services/sseJobClient.ts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Shared SSE start+stream+retry engine used by every Matrix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src/services/netstorageData.ts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Frontend client for all /api/dashboard/ns/* endpoints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src/types/dashboard.ts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Shared TypeScript interfaces for every API payload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.env.server / .env.server.example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All backend runtime secrets &amp; config (never committed with real values)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Dockerfile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</a:rPr>
                        <a:t>Multi-stage build: Node build → Python runtime, single deployable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Recap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</a:rPr>
              <a:t>▸ One consistent Matrix pattern (Table / Summary / ScoreCard) powers six different technical dimensions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</a:rPr>
              <a:t>▸ One SSE job engine + one archive-context system are shared across the entire app — learn them once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</a:rPr>
              <a:t>▸ NetStorage is the primary data source; Google Sheets and mock data are graceful fallbacks, never silent failures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</a:rPr>
              <a:t>▸ Multiple live external integrations (Akamai identity/AppSec, CrUX/PSI, Grover) all follow the same defensive patterns: rate limiting, safe numeric coercion, and clear error surfacing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</a:rPr>
              <a:t>▸ No CI/CD pipeline exists yet — an open opportunity for the team</a:t>
            </a:r>
            <a: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</a:rPr>
              <a:t>▸ Adding a new Matrix feature is a well-trodden recipe, not a fresh design exercise</a:t>
            </a:r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Calibri"/>
              </a:rPr>
              <a:t>Resources: README.md · backend/data_service.py · src/context/ArchiveContext.tsx · this deck's generator script (training/generate_training_deck.py)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